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0" r:id="rId5"/>
    <p:sldId id="256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231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1745A-E4AE-4620-0050-36883DE07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7F0BF1-E588-B51D-6FE6-B8FFFC4FCD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FE7AC-23E9-473A-A7A9-D173BDA0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F37B-0EBF-4AEE-926E-4D70B83C500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13A95-DF89-C538-55BF-0D57B97E2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5042D-363A-1FB5-5333-9DD63CCEF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3BD7A-FAE9-46DC-A46C-B72D922D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36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8712F-F8DD-C823-ECF3-BCD92ED0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CA29D-E589-86DF-B3CE-2809BEA4B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3D2F9-4E9F-4030-EE11-C94D3B93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F37B-0EBF-4AEE-926E-4D70B83C500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34752-37C0-A4DE-EE24-450AA999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B71BB-5A8D-E38C-8D4A-989F46EF8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3BD7A-FAE9-46DC-A46C-B72D922D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14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624A-8059-676E-8947-317F83307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8B6B5-EFD1-0308-001E-874104C93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6BF3C-2223-DB1E-9460-D2C7EF54D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F37B-0EBF-4AEE-926E-4D70B83C500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DFCF4-4A3B-6708-659C-57768AED7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83C3D-22B5-CEBC-39D5-72B65D91B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3BD7A-FAE9-46DC-A46C-B72D922D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18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40B9-3E8A-B1ED-013A-09A6BAE8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600C1-85AC-3036-8009-ED12FF587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ACD27-629A-3D67-18C3-37CC96118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5C31F-77A6-2DCF-6493-D1E387979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F37B-0EBF-4AEE-926E-4D70B83C500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0E11B-AB03-B6B0-67AB-96D2CC19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75DE0-E215-FEB2-E4CF-F944EB0B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3BD7A-FAE9-46DC-A46C-B72D922D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94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D11FE-72F0-2191-A155-2EA548276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690E6-17E1-B023-93F4-16CD966FB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2DAE3-7D22-9095-2B04-EC28A677B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8CD1AD-6A04-513B-D45B-369DDFCDA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C9D684-807A-5693-768B-03E2AA075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4DE2A3-30D6-CBC3-CD51-98031022E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F37B-0EBF-4AEE-926E-4D70B83C500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C32301-F1C7-5BCD-B96C-8F525346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3CB51E-D66B-1211-DD06-64E1017B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3BD7A-FAE9-46DC-A46C-B72D922D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709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19C2-0D3D-D6EB-E11D-1E4505953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D93E3-5CF9-2644-7C32-2977AF02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F37B-0EBF-4AEE-926E-4D70B83C500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92A13-DD86-3F3A-632F-25F22B25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41DA2-0895-25FD-0EE6-381D096D3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3BD7A-FAE9-46DC-A46C-B72D922D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26869-4D8C-9751-21E3-4FE7814AE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F37B-0EBF-4AEE-926E-4D70B83C500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5C936-EFC4-56F8-BEB1-37C9655B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B233C-3401-3534-B73E-E19D8A14B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3BD7A-FAE9-46DC-A46C-B72D922D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98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E8532-7EC4-1B2E-D48A-A7A806914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B3DC3-0EFB-B7B9-F5AB-52D16C5D7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804146-6B4C-F8DC-35EF-8F3BADDE5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CC79D-B3B9-E58B-BB51-9B3D1FFFC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F37B-0EBF-4AEE-926E-4D70B83C500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40BD4-E8B1-D635-AC90-A3538258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05595-C0CE-0481-079C-3A22BBF03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3BD7A-FAE9-46DC-A46C-B72D922D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6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CC4B-AFDF-EB3B-FB20-B7778BC1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CC1977-0FAA-02FB-5B48-76DE5B4CE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6B459-6229-BB56-FB19-1AD8C5C92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B9FA8-370C-5A62-3321-5F0EC312D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F37B-0EBF-4AEE-926E-4D70B83C500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3D092-90A0-B1D2-7C1E-3F5A7302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C076F-F941-299F-880F-EBA14866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3BD7A-FAE9-46DC-A46C-B72D922D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595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71A9-F152-03AB-A96E-84555BF02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89CD2-AB7C-A8BD-D14B-895CF517E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F9199-F088-3C60-C746-4D7A2024E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F37B-0EBF-4AEE-926E-4D70B83C500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DBCF0-79A9-AB8C-D7B9-C34ACF572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11660-0399-CC1C-4F03-2ED88D78F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3BD7A-FAE9-46DC-A46C-B72D922D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72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75E567-BC0D-6630-6455-329C27DD6B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89D80-1FA3-B219-EC1F-8B185ADC5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992BA-D8BF-1BEF-CCA6-6C851FC38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F37B-0EBF-4AEE-926E-4D70B83C500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24755-F40A-92DA-B7E3-CD03D1CCA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75BA8-0775-AC40-F8FF-8592BEDC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3BD7A-FAE9-46DC-A46C-B72D922D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33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ECB18-1C43-2313-71E4-CD0461068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B9E92-2DFC-8224-CD5E-6AC14ABF5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9D8F-57A2-0491-BCD1-AFEF01772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AF37B-0EBF-4AEE-926E-4D70B83C500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81773-E649-B391-4389-24AC2D7CC4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7227F-B38B-8706-4655-87510C5CE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D3BD7A-FAE9-46DC-A46C-B72D922D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07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6DD8EA-E98A-6E49-5CF3-65C10500B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3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FAAFD-0A30-4F42-A7D9-954662333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68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05DBFF-FD7B-F80D-903A-ED9212E1D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81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ED960E-6C05-27EF-5C12-F1198184C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3" b="2733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94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EF7D6-A14A-84C8-D43E-89D896CAC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A7FBD6-3C7C-C2F3-DE19-9A310F8F3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54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30E8F-2C4C-8667-EE5A-B89D58EB8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B0C7B0-E63B-C10F-84AE-96F043695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686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E7F4C-890F-E51F-65D8-E3FA378E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D0AB2F-6F50-3A38-56F6-D1884E20E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87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DA714-3531-DEFE-B731-4419392BF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E314C2-649B-B453-3B81-1EDDD72CF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6" b="3827"/>
          <a:stretch>
            <a:fillRect/>
          </a:stretch>
        </p:blipFill>
        <p:spPr>
          <a:xfrm>
            <a:off x="457200" y="457200"/>
            <a:ext cx="11277600" cy="570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86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233CE-7ECA-8B60-4D6A-BA2FC96D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634AC5-0AC7-C230-4BDA-6489A5393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77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91397-BE43-B90B-5FD7-2B2C8484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E0B6AD-7B7E-6579-BFF4-361B2ABFD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77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FB4D4-86E0-8C8E-ADF1-0E96396F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7654D8-08C7-2869-16DA-5867FA727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887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C2324-F40F-E7DD-5A81-2D9D91781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18AD04-2255-B96E-5C83-1368BBA50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04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09EA5-A5B4-0642-775F-CB2A172F5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3940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48CFDA005B564A9508A0605C3D86BC" ma:contentTypeVersion="15" ma:contentTypeDescription="Create a new document." ma:contentTypeScope="" ma:versionID="7254c0a4740eab271f1079b5268da459">
  <xsd:schema xmlns:xsd="http://www.w3.org/2001/XMLSchema" xmlns:xs="http://www.w3.org/2001/XMLSchema" xmlns:p="http://schemas.microsoft.com/office/2006/metadata/properties" xmlns:ns3="4f23ac2f-b976-46f3-b84d-cea30ce43ee7" xmlns:ns4="8af2b990-4905-4725-bc46-c8567296dc20" targetNamespace="http://schemas.microsoft.com/office/2006/metadata/properties" ma:root="true" ma:fieldsID="873654609a885e2b3e7da47cf0d5849f" ns3:_="" ns4:_="">
    <xsd:import namespace="4f23ac2f-b976-46f3-b84d-cea30ce43ee7"/>
    <xsd:import namespace="8af2b990-4905-4725-bc46-c8567296dc2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23ac2f-b976-46f3-b84d-cea30ce43e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f2b990-4905-4725-bc46-c8567296dc2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23ac2f-b976-46f3-b84d-cea30ce43ee7" xsi:nil="true"/>
  </documentManagement>
</p:properties>
</file>

<file path=customXml/itemProps1.xml><?xml version="1.0" encoding="utf-8"?>
<ds:datastoreItem xmlns:ds="http://schemas.openxmlformats.org/officeDocument/2006/customXml" ds:itemID="{8AAE2F61-0AD6-494E-B5CA-80940620EF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23ac2f-b976-46f3-b84d-cea30ce43ee7"/>
    <ds:schemaRef ds:uri="8af2b990-4905-4725-bc46-c8567296dc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1946C1-279B-49A9-A117-9F773960FA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70CC23-3685-4C7B-8F1F-58EEE959D634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terms/"/>
    <ds:schemaRef ds:uri="http://purl.org/dc/dcmitype/"/>
    <ds:schemaRef ds:uri="8af2b990-4905-4725-bc46-c8567296dc20"/>
    <ds:schemaRef ds:uri="4f23ac2f-b976-46f3-b84d-cea30ce43ee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 McCoy</dc:creator>
  <cp:lastModifiedBy>Bob McCoy</cp:lastModifiedBy>
  <cp:revision>2</cp:revision>
  <dcterms:created xsi:type="dcterms:W3CDTF">2026-02-02T04:34:43Z</dcterms:created>
  <dcterms:modified xsi:type="dcterms:W3CDTF">2026-02-02T07:24:00Z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0x0101002448CFDA005B564A9508A0605C3D86BC</vt:lpwstr>
  </property>
</Properties>
</file>