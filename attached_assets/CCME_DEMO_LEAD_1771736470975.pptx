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59" r:id="rId2"/>
    <p:sldId id="263" r:id="rId3"/>
    <p:sldId id="256" r:id="rId4"/>
    <p:sldId id="257" r:id="rId5"/>
    <p:sldId id="258" r:id="rId6"/>
    <p:sldId id="260" r:id="rId7"/>
    <p:sldId id="264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5" autoAdjust="0"/>
    <p:restoredTop sz="86431" autoAdjust="0"/>
  </p:normalViewPr>
  <p:slideViewPr>
    <p:cSldViewPr snapToGrid="0">
      <p:cViewPr varScale="1">
        <p:scale>
          <a:sx n="84" d="100"/>
          <a:sy n="84" d="100"/>
        </p:scale>
        <p:origin x="96" y="1350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34319B-9CBA-441D-A0A5-FFF01C47845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B4F116-913C-41DD-8C8C-4450130B6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54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B4F116-913C-41DD-8C8C-4450130B610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176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49A4E-BDEF-0A9F-E45D-831CF4F93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1E44F3-25C5-84F5-2AFC-E0EE6C5EA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0D1E5-6DE0-8634-04E6-C57E593F1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CE36C-D05E-41C9-B6B6-D4245F56C445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A234-779F-F01E-4B9B-DBDA30F21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732A4-F776-C1BB-15E4-872BA0665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31086-6C7B-4030-A720-A3FC46C2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535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6BFE2-B647-A59D-1AC4-5DB98D35E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8C7EB-B63E-4A1E-7A10-1C8A6E697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4A29B-BFFF-9C40-8004-0EDE235A1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221A-3562-4F97-9029-03C5A94227AD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97102-06AA-D8E8-5C46-E39014A90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599A8-7254-9A71-104C-840504A3C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31086-6C7B-4030-A720-A3FC46C2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454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B0C2E-3ECC-9D22-34EF-8203F41CC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E2632-4730-C485-8317-1D1975F8F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0275F-8389-4394-A5D0-1B2ED258D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9EDC-CBD8-45BC-BCC9-01A89034C961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244DD-BEBB-BC81-2D9E-D3A222C8F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1E58E-6D02-3265-A633-D48F8E301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31086-6C7B-4030-A720-A3FC46C2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465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F6BF6-D338-9829-613B-94925A326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A4C50-3B4C-E453-474F-D40E2599E5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E3882-2FB9-1A72-742C-700FAB20DD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267A97-441C-EFB3-CAF3-813365EEA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BE9F1-4EFD-404A-AE7C-5E0BFF7D2B37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4AE1DC-ECF5-ECDD-E8C9-AC0A2549F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C5478-4250-738A-42B7-BD8A94600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31086-6C7B-4030-A720-A3FC46C2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704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4F0B-5DEA-2D69-7BD6-A1D84A6B4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A97A8-D13D-2CB4-3359-2F229CE89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C6F43-5309-AD41-4BEF-8C1A6CFC6F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73E933-93E0-B3AE-E5E5-E49DBB9A84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4B7020-6840-F233-84C5-A8E13E919F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58454F-881D-E6CD-1E9A-0D4999604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AF20-568D-49E6-BF8C-C03BA474B5F5}" type="datetime1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A3AF30-B052-4CAD-934B-E79E59A91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B94F59-51EE-E26F-D3EC-4A6984854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31086-6C7B-4030-A720-A3FC46C2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807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A98FB-B658-4B5E-BC06-57CD4D8E8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6FB2A0-502B-82E3-E646-3F95EFBE7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26AFF-3837-4699-9C5C-14A1D8741DB7}" type="datetime1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7A87EC-B302-E0BB-41A3-B2AB1D524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708FF7-1204-C3F8-0B1E-30E299C1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31086-6C7B-4030-A720-A3FC46C2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217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9482CA-B2CA-B67C-FB81-A7404B20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E92E5-B177-45F8-8204-507BA7D4BE2D}" type="datetime1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B53F34-CC97-3903-F104-3EA747642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BB1B9-6B43-2C5D-C848-C37730A87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31086-6C7B-4030-A720-A3FC46C2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386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2AEB6-9667-50D1-ACFD-D9D08922A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D63FA-AE71-AD5D-14B6-80075033E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6C74AF-DE15-3D2A-535B-F5C5E202D8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275B2-A18F-FEF4-69A8-6668A2416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44C33-9FA9-4B96-8495-257C7D2EFB8E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2AACE-C0BF-BC10-122D-01BAE96CB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92261C-4831-1F2D-45E4-F0B5D0DBF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31086-6C7B-4030-A720-A3FC46C2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49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5B0BE-1585-F087-0DCB-3F8292564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F63A86-6A42-69EB-715B-E2C81D3B16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B498A-E011-9B77-C693-DBF853FD9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71AD0C-9352-69DE-F5F7-41CA1D355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D0888-BE68-41CC-BB2D-4557CCE63F7C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257AD-BD30-B58B-9070-5C453BC3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98D7A-422A-424B-F33C-93D505B50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31086-6C7B-4030-A720-A3FC46C2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982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D8565-5D32-6075-C487-E1FAA8A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C0DC58-C91E-2012-CFB9-E0154E580F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B1EE5-8D75-E792-2C80-CA10A0C58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11043-A341-4EC3-AEF0-4901F8DF1822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E52C5-440E-FCFB-A352-C0576ABCA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A5C49-7D59-F6EB-ED4E-96A5CCC03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31086-6C7B-4030-A720-A3FC46C2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83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D96732-BB9D-A721-A0C3-9B38DD4396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476B62-70BB-0311-D0C3-07B62C232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5F95F-AB04-1AEC-ECC0-DB40564C4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A1CE-061A-4C0D-98C8-95C3EAE049D1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A4FC6-815E-A5F1-5AA7-36D731807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94D26-5E0F-71D7-60AD-D68A03490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31086-6C7B-4030-A720-A3FC46C2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262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CAEE15-E2DF-1860-CB9B-C6AC7AF56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D754B-200D-E4BA-0027-4722C8732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88E0F-E77D-FE6D-B87D-9AC74CB209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94986A-C6A2-470B-B4BE-2EF7A5FF3CC3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50D36-3592-02FA-5AEE-2361FFB2CB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51BCB-BF5D-E9A9-15D6-2932A6B04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931086-6C7B-4030-A720-A3FC46C2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52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FF37721-508B-D0DF-D707-EE4BD7ECF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62334"/>
            <a:ext cx="5291666" cy="53333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3292EC-8224-B5F7-85FF-44918E9223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19" r="1130" b="1538"/>
          <a:stretch>
            <a:fillRect/>
          </a:stretch>
        </p:blipFill>
        <p:spPr>
          <a:xfrm>
            <a:off x="6256865" y="1705205"/>
            <a:ext cx="5291667" cy="344758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391893-85B4-F184-BC81-2CB66DBE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6931086-6C7B-4030-A720-A3FC46C26380}" type="slidenum">
              <a:rPr lang="en-US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682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0182C5-6CBB-8314-AF63-95EEB4ECFB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7" t="6267"/>
          <a:stretch>
            <a:fillRect/>
          </a:stretch>
        </p:blipFill>
        <p:spPr>
          <a:xfrm>
            <a:off x="74022" y="1282"/>
            <a:ext cx="12117977" cy="685671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DFB1CC-3954-A04F-CFD2-1785BC33D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6931086-6C7B-4030-A720-A3FC46C26380}" type="slidenum">
              <a:rPr lang="en-US" smtClean="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119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932022B-FC3E-4EB2-D5C8-3F8AC229BD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8" t="12896" r="527" b="7614"/>
          <a:stretch>
            <a:fillRect/>
          </a:stretch>
        </p:blipFill>
        <p:spPr>
          <a:xfrm>
            <a:off x="1236616" y="643466"/>
            <a:ext cx="981239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696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3AD419-3D38-EC10-45CE-8B878858C4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640" r="1" b="10783"/>
          <a:stretch>
            <a:fillRect/>
          </a:stretch>
        </p:blipFill>
        <p:spPr>
          <a:xfrm>
            <a:off x="196850" y="173518"/>
            <a:ext cx="11798300" cy="6512763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B1602B-86EE-F23C-A013-93D3E9AB8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6931086-6C7B-4030-A720-A3FC46C26380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968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E8FC1E4-0CEF-E44B-6FC2-1244B151A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480" y="643467"/>
            <a:ext cx="7819040" cy="557106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D48044-F730-7162-888A-CAEA9EC3E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6931086-6C7B-4030-A720-A3FC46C26380}" type="slidenum">
              <a:rPr lang="en-US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03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EA4EF4-3D80-864B-010B-A435AADD10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040" b="74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56B872-E080-BC50-C938-911D9D3CB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6931086-6C7B-4030-A720-A3FC46C26380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7323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05611B-EE72-BDAE-AAA6-3748F87E2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31086-6C7B-4030-A720-A3FC46C26380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10DA63-6734-000A-CF94-46687FA3C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2" y="1049866"/>
            <a:ext cx="11988396" cy="496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46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B04A65-81F3-8F69-C77A-9DF21A086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31086-6C7B-4030-A720-A3FC46C26380}" type="slidenum">
              <a:rPr lang="en-US" smtClean="0"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E2B335-FFEA-3D59-83F2-DD692B8BA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26"/>
            <a:ext cx="10328115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6743E7-7E7C-F68E-8091-53A910283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692" y="1852295"/>
            <a:ext cx="3174666" cy="319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638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5322</TotalTime>
  <Words>8</Words>
  <Application>Microsoft Office PowerPoint</Application>
  <PresentationFormat>Widescreen</PresentationFormat>
  <Paragraphs>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McCoy</dc:creator>
  <cp:lastModifiedBy>Robert McCoy</cp:lastModifiedBy>
  <cp:revision>15</cp:revision>
  <dcterms:created xsi:type="dcterms:W3CDTF">2026-02-16T20:52:30Z</dcterms:created>
  <dcterms:modified xsi:type="dcterms:W3CDTF">2026-02-20T13:35:16Z</dcterms:modified>
</cp:coreProperties>
</file>