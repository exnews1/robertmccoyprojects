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9" r:id="rId2"/>
    <p:sldId id="263" r:id="rId3"/>
    <p:sldId id="256" r:id="rId4"/>
    <p:sldId id="257" r:id="rId5"/>
    <p:sldId id="258" r:id="rId6"/>
    <p:sldId id="260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5" autoAdjust="0"/>
    <p:restoredTop sz="86431" autoAdjust="0"/>
  </p:normalViewPr>
  <p:slideViewPr>
    <p:cSldViewPr snapToGrid="0">
      <p:cViewPr varScale="1">
        <p:scale>
          <a:sx n="84" d="100"/>
          <a:sy n="84" d="100"/>
        </p:scale>
        <p:origin x="96" y="51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4319B-9CBA-441D-A0A5-FFF01C47845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4F116-913C-41DD-8C8C-4450130B6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5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4F116-913C-41DD-8C8C-4450130B61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7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49A4E-BDEF-0A9F-E45D-831CF4F93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E44F3-25C5-84F5-2AFC-E0EE6C5EA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0D1E5-6DE0-8634-04E6-C57E593F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E36C-D05E-41C9-B6B6-D4245F56C445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A234-779F-F01E-4B9B-DBDA30F2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32A4-F776-C1BB-15E4-872BA066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3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BFE2-B647-A59D-1AC4-5DB98D35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8C7EB-B63E-4A1E-7A10-1C8A6E69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A29B-BFFF-9C40-8004-0EDE235A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221A-3562-4F97-9029-03C5A94227AD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97102-06AA-D8E8-5C46-E39014A9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599A8-7254-9A71-104C-840504A3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5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0C2E-3ECC-9D22-34EF-8203F41CC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E2632-4730-C485-8317-1D1975F8F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0275F-8389-4394-A5D0-1B2ED258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EDC-CBD8-45BC-BCC9-01A89034C961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244DD-BEBB-BC81-2D9E-D3A222C8F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1E58E-6D02-3265-A633-D48F8E30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6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6BF6-D338-9829-613B-94925A326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4C50-3B4C-E453-474F-D40E2599E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E3882-2FB9-1A72-742C-700FAB20D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67A97-441C-EFB3-CAF3-813365EE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E9F1-4EFD-404A-AE7C-5E0BFF7D2B37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AE1DC-ECF5-ECDD-E8C9-AC0A2549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C5478-4250-738A-42B7-BD8A9460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0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4F0B-5DEA-2D69-7BD6-A1D84A6B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A97A8-D13D-2CB4-3359-2F229CE89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6F43-5309-AD41-4BEF-8C1A6CFC6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3E933-93E0-B3AE-E5E5-E49DBB9A8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B7020-6840-F233-84C5-A8E13E919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8454F-881D-E6CD-1E9A-0D499960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AF20-568D-49E6-BF8C-C03BA474B5F5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A3AF30-B052-4CAD-934B-E79E59A9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94F59-51EE-E26F-D3EC-4A6984854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0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98FB-B658-4B5E-BC06-57CD4D8E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FB2A0-502B-82E3-E646-3F95EFBE7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26AFF-3837-4699-9C5C-14A1D8741DB7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A87EC-B302-E0BB-41A3-B2AB1D52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08FF7-1204-C3F8-0B1E-30E299C1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1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9482CA-B2CA-B67C-FB81-A7404B20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E92E5-B177-45F8-8204-507BA7D4BE2D}" type="datetime1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B53F34-CC97-3903-F104-3EA74764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BB1B9-6B43-2C5D-C848-C37730A8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8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AEB6-9667-50D1-ACFD-D9D08922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D63FA-AE71-AD5D-14B6-80075033E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C74AF-DE15-3D2A-535B-F5C5E202D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275B2-A18F-FEF4-69A8-6668A241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4C33-9FA9-4B96-8495-257C7D2EFB8E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2AACE-C0BF-BC10-122D-01BAE96C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2261C-4831-1F2D-45E4-F0B5D0DB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B0BE-1585-F087-0DCB-3F829256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63A86-6A42-69EB-715B-E2C81D3B1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B498A-E011-9B77-C693-DBF853FD9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1AD0C-9352-69DE-F5F7-41CA1D35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0888-BE68-41CC-BB2D-4557CCE63F7C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257AD-BD30-B58B-9070-5C453BC3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98D7A-422A-424B-F33C-93D505B5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8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8565-5D32-6075-C487-E1FAA8A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0DC58-C91E-2012-CFB9-E0154E580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B1EE5-8D75-E792-2C80-CA10A0C5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11043-A341-4EC3-AEF0-4901F8DF1822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52C5-440E-FCFB-A352-C0576ABC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A5C49-7D59-F6EB-ED4E-96A5CCC0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96732-BB9D-A721-A0C3-9B38DD439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76B62-70BB-0311-D0C3-07B62C232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5F95F-AB04-1AEC-ECC0-DB40564C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A1CE-061A-4C0D-98C8-95C3EAE049D1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A4FC6-815E-A5F1-5AA7-36D73180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94D26-5E0F-71D7-60AD-D68A0349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6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AEE15-E2DF-1860-CB9B-C6AC7AF5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D754B-200D-E4BA-0027-4722C8732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88E0F-E77D-FE6D-B87D-9AC74CB20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4986A-C6A2-470B-B4BE-2EF7A5FF3CC3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50D36-3592-02FA-5AEE-2361FFB2C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1BCB-BF5D-E9A9-15D6-2932A6B04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5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F37721-508B-D0DF-D707-EE4BD7ECF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62334"/>
            <a:ext cx="5291666" cy="5333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3292EC-8224-B5F7-85FF-44918E92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9" r="1130" b="1538"/>
          <a:stretch>
            <a:fillRect/>
          </a:stretch>
        </p:blipFill>
        <p:spPr>
          <a:xfrm>
            <a:off x="6256865" y="1705205"/>
            <a:ext cx="5291667" cy="344758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391893-85B4-F184-BC81-2CB66DBE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82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0182C5-6CBB-8314-AF63-95EEB4EC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7" t="6267"/>
          <a:stretch>
            <a:fillRect/>
          </a:stretch>
        </p:blipFill>
        <p:spPr>
          <a:xfrm>
            <a:off x="74022" y="1282"/>
            <a:ext cx="12117977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DFB1CC-3954-A04F-CFD2-1785BC33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119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32022B-FC3E-4EB2-D5C8-3F8AC229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" t="12896" r="527" b="7614"/>
          <a:stretch>
            <a:fillRect/>
          </a:stretch>
        </p:blipFill>
        <p:spPr>
          <a:xfrm>
            <a:off x="1236616" y="643466"/>
            <a:ext cx="981239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96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AD419-3D38-EC10-45CE-8B878858C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40" r="1" b="10783"/>
          <a:stretch>
            <a:fillRect/>
          </a:stretch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1602B-86EE-F23C-A013-93D3E9AB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968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E8FC1E4-0CEF-E44B-6FC2-1244B151A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80" y="643467"/>
            <a:ext cx="7819040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48044-F730-7162-888A-CAEA9EC3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0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A4EF4-3D80-864B-010B-A435AADD10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40" b="7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56B872-E080-BC50-C938-911D9D3C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32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05611B-EE72-BDAE-AAA6-3748F87E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0DA63-6734-000A-CF94-46687FA3C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2" y="1049866"/>
            <a:ext cx="11988396" cy="496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B04A65-81F3-8F69-C77A-9DF21A08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2B335-FFEA-3D59-83F2-DD692B8BA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26"/>
            <a:ext cx="1032811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6743E7-7E7C-F68E-8091-53A910283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692" y="1852295"/>
            <a:ext cx="3174666" cy="319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38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5325</TotalTime>
  <Words>8</Words>
  <Application>Microsoft Office PowerPoint</Application>
  <PresentationFormat>Widescreen</PresentationFormat>
  <Paragraphs>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McCoy</dc:creator>
  <cp:lastModifiedBy>Robert McCoy</cp:lastModifiedBy>
  <cp:revision>15</cp:revision>
  <dcterms:created xsi:type="dcterms:W3CDTF">2026-02-16T20:52:30Z</dcterms:created>
  <dcterms:modified xsi:type="dcterms:W3CDTF">2026-03-01T17:29:17Z</dcterms:modified>
</cp:coreProperties>
</file>